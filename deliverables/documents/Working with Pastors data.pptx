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1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9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4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0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8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5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0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8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990E6-E2F1-40C4-9B5D-7AF050A5EAE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38799-EC41-4E33-A292-8B7EE7B19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0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Working with Pastors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Elcpng Synod 2024"/>
          <p:cNvSpPr>
            <a:spLocks noChangeAspect="1" noChangeArrowheads="1"/>
          </p:cNvSpPr>
          <p:nvPr/>
        </p:nvSpPr>
        <p:spPr bwMode="auto">
          <a:xfrm>
            <a:off x="155575" y="-144463"/>
            <a:ext cx="2529436" cy="252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0" y="544513"/>
            <a:ext cx="9239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7611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we had in the past until now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864" y="2205039"/>
            <a:ext cx="5370136" cy="1849951"/>
          </a:xfrm>
        </p:spPr>
        <p:txBody>
          <a:bodyPr/>
          <a:lstStyle/>
          <a:p>
            <a:pPr lvl="0"/>
            <a:r>
              <a:rPr lang="en-US" dirty="0"/>
              <a:t>Height: from 40 to 300 cm</a:t>
            </a:r>
          </a:p>
          <a:p>
            <a:pPr lvl="0"/>
            <a:r>
              <a:rPr lang="en-US" dirty="0"/>
              <a:t>Weight: from 30 to 162 Kg</a:t>
            </a:r>
          </a:p>
          <a:p>
            <a:pPr lvl="0"/>
            <a:r>
              <a:rPr lang="en-US" dirty="0"/>
              <a:t>Date of birth: from 9/16/1918 to 10/9/2024, many born on 1</a:t>
            </a:r>
            <a:r>
              <a:rPr lang="en-US" baseline="30000" dirty="0"/>
              <a:t>st</a:t>
            </a:r>
            <a:r>
              <a:rPr lang="en-US" dirty="0"/>
              <a:t> of January</a:t>
            </a:r>
          </a:p>
          <a:p>
            <a:endParaRPr lang="en-US" dirty="0"/>
          </a:p>
        </p:txBody>
      </p:sp>
      <p:sp>
        <p:nvSpPr>
          <p:cNvPr id="4" name="AutoShape 2" descr="Elcpng Synod 2024"/>
          <p:cNvSpPr>
            <a:spLocks noChangeAspect="1" noChangeArrowheads="1"/>
          </p:cNvSpPr>
          <p:nvPr/>
        </p:nvSpPr>
        <p:spPr bwMode="auto">
          <a:xfrm>
            <a:off x="155575" y="-144463"/>
            <a:ext cx="2529436" cy="252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0" y="544513"/>
            <a:ext cx="923925" cy="971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28" y="1998482"/>
            <a:ext cx="4560374" cy="205650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343577"/>
              </p:ext>
            </p:extLst>
          </p:nvPr>
        </p:nvGraphicFramePr>
        <p:xfrm>
          <a:off x="1110808" y="4405312"/>
          <a:ext cx="2320549" cy="1704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186">
                  <a:extLst>
                    <a:ext uri="{9D8B030D-6E8A-4147-A177-3AD203B41FA5}">
                      <a16:colId xmlns:a16="http://schemas.microsoft.com/office/drawing/2014/main" val="4149481116"/>
                    </a:ext>
                  </a:extLst>
                </a:gridCol>
                <a:gridCol w="944363">
                  <a:extLst>
                    <a:ext uri="{9D8B030D-6E8A-4147-A177-3AD203B41FA5}">
                      <a16:colId xmlns:a16="http://schemas.microsoft.com/office/drawing/2014/main" val="1635788662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Date of birth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Count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9789303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1001-01-01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6389013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1069-01-01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6453379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1900-01-01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0584529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1900-01-01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5498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8376" y="4082146"/>
            <a:ext cx="4543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Great mismatch of data, not usable for real business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596" y="4755633"/>
            <a:ext cx="2462996" cy="17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3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84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we need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05039"/>
            <a:ext cx="9144000" cy="30527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Clear rules: one way to write Evangelist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Check of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3600" dirty="0" smtClean="0"/>
              <a:t>Responsibility for </a:t>
            </a:r>
            <a:r>
              <a:rPr lang="en-US" sz="3600" dirty="0" smtClean="0"/>
              <a:t>Data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3600" dirty="0" smtClean="0"/>
              <a:t>Responsibility for Reports and Queries</a:t>
            </a:r>
            <a:endParaRPr lang="en-US" sz="3600" dirty="0" smtClean="0"/>
          </a:p>
          <a:p>
            <a:pPr algn="l"/>
            <a:endParaRPr lang="en-US" dirty="0"/>
          </a:p>
        </p:txBody>
      </p:sp>
      <p:sp>
        <p:nvSpPr>
          <p:cNvPr id="4" name="AutoShape 2" descr="Elcpng Synod 2024"/>
          <p:cNvSpPr>
            <a:spLocks noChangeAspect="1" noChangeArrowheads="1"/>
          </p:cNvSpPr>
          <p:nvPr/>
        </p:nvSpPr>
        <p:spPr bwMode="auto">
          <a:xfrm>
            <a:off x="155575" y="-144463"/>
            <a:ext cx="2529436" cy="252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0" y="544513"/>
            <a:ext cx="923925" cy="9715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88425" y="401833"/>
            <a:ext cx="235835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Evangelistelist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'EVANGELSIT'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'EVANGLIST'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Evegelism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Envangelist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'Evan.'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Evangalist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'Evangelism'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'evangelist'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Evengelist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Evn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evn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Evagelist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Evagelism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Evangelis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'EVANGELIST'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'Evangelist'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Evegelist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Evengelis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Evengelis</a:t>
            </a:r>
            <a:r>
              <a:rPr lang="en-US" b="0" dirty="0" smtClean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 smtClean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497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783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we want to have in future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19414" y="3630318"/>
            <a:ext cx="1989056" cy="165576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Information for Development of those Reports&gt; What is needed?</a:t>
            </a:r>
            <a:endParaRPr lang="en-US" dirty="0"/>
          </a:p>
        </p:txBody>
      </p:sp>
      <p:sp>
        <p:nvSpPr>
          <p:cNvPr id="4" name="AutoShape 2" descr="Elcpng Synod 2024"/>
          <p:cNvSpPr>
            <a:spLocks noChangeAspect="1" noChangeArrowheads="1"/>
          </p:cNvSpPr>
          <p:nvPr/>
        </p:nvSpPr>
        <p:spPr bwMode="auto">
          <a:xfrm>
            <a:off x="155575" y="-144463"/>
            <a:ext cx="2529436" cy="252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0" y="544513"/>
            <a:ext cx="923925" cy="971550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725864" y="3754438"/>
            <a:ext cx="248867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Predefined Reports for people who need it for their work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33" y="2676880"/>
            <a:ext cx="5425151" cy="26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24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153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Working with Pastors data</vt:lpstr>
      <vt:lpstr>What we had in the past until now</vt:lpstr>
      <vt:lpstr>What we need</vt:lpstr>
      <vt:lpstr>What we want to have in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Pastors data</dc:title>
  <dc:creator>Administrator</dc:creator>
  <cp:lastModifiedBy>Administrator</cp:lastModifiedBy>
  <cp:revision>6</cp:revision>
  <dcterms:created xsi:type="dcterms:W3CDTF">2025-11-06T00:17:58Z</dcterms:created>
  <dcterms:modified xsi:type="dcterms:W3CDTF">2025-11-09T23:31:24Z</dcterms:modified>
</cp:coreProperties>
</file>