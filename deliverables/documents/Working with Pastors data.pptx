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1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71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58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494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743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55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500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089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153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907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81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87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F990E6-E2F1-40C4-9B5D-7AF050A5EAE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C38799-EC41-4E33-A292-8B7EE7B19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0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Working with Pastors data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AutoShape 2" descr="Elcpng Synod 2024"/>
          <p:cNvSpPr>
            <a:spLocks noChangeAspect="1" noChangeArrowheads="1"/>
          </p:cNvSpPr>
          <p:nvPr/>
        </p:nvSpPr>
        <p:spPr bwMode="auto">
          <a:xfrm>
            <a:off x="155575" y="-144463"/>
            <a:ext cx="2529436" cy="2529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20" y="544513"/>
            <a:ext cx="923925" cy="9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876119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What we had in the past until now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97864" y="2205039"/>
            <a:ext cx="5370136" cy="1849951"/>
          </a:xfrm>
        </p:spPr>
        <p:txBody>
          <a:bodyPr/>
          <a:lstStyle/>
          <a:p>
            <a:pPr lvl="0"/>
            <a:r>
              <a:rPr lang="en-US" dirty="0"/>
              <a:t>Height: from 40 to 300 cm</a:t>
            </a:r>
          </a:p>
          <a:p>
            <a:pPr lvl="0"/>
            <a:r>
              <a:rPr lang="en-US" dirty="0"/>
              <a:t>Weight: from 30 to 162 Kg</a:t>
            </a:r>
          </a:p>
          <a:p>
            <a:pPr lvl="0"/>
            <a:r>
              <a:rPr lang="en-US" dirty="0"/>
              <a:t>Date of birth: from 9/16/1918 to 10/9/2024, many born on 1</a:t>
            </a:r>
            <a:r>
              <a:rPr lang="en-US" baseline="30000" dirty="0"/>
              <a:t>st</a:t>
            </a:r>
            <a:r>
              <a:rPr lang="en-US" dirty="0"/>
              <a:t> of January</a:t>
            </a:r>
          </a:p>
          <a:p>
            <a:endParaRPr lang="en-US" dirty="0"/>
          </a:p>
        </p:txBody>
      </p:sp>
      <p:sp>
        <p:nvSpPr>
          <p:cNvPr id="4" name="AutoShape 2" descr="Elcpng Synod 2024"/>
          <p:cNvSpPr>
            <a:spLocks noChangeAspect="1" noChangeArrowheads="1"/>
          </p:cNvSpPr>
          <p:nvPr/>
        </p:nvSpPr>
        <p:spPr bwMode="auto">
          <a:xfrm>
            <a:off x="155575" y="-144463"/>
            <a:ext cx="2529436" cy="2529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20" y="544513"/>
            <a:ext cx="923925" cy="9715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1998482"/>
            <a:ext cx="4560374" cy="205650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5343577"/>
              </p:ext>
            </p:extLst>
          </p:nvPr>
        </p:nvGraphicFramePr>
        <p:xfrm>
          <a:off x="1110808" y="4405312"/>
          <a:ext cx="2320549" cy="17049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76186">
                  <a:extLst>
                    <a:ext uri="{9D8B030D-6E8A-4147-A177-3AD203B41FA5}">
                      <a16:colId xmlns:a16="http://schemas.microsoft.com/office/drawing/2014/main" val="4149481116"/>
                    </a:ext>
                  </a:extLst>
                </a:gridCol>
                <a:gridCol w="944363">
                  <a:extLst>
                    <a:ext uri="{9D8B030D-6E8A-4147-A177-3AD203B41FA5}">
                      <a16:colId xmlns:a16="http://schemas.microsoft.com/office/drawing/2014/main" val="1635788662"/>
                    </a:ext>
                  </a:extLst>
                </a:gridCol>
              </a:tblGrid>
              <a:tr h="3409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Date of birth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Count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59789303"/>
                  </a:ext>
                </a:extLst>
              </a:tr>
              <a:tr h="3409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1001-01-01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56389013"/>
                  </a:ext>
                </a:extLst>
              </a:tr>
              <a:tr h="3409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1069-01-01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6453379"/>
                  </a:ext>
                </a:extLst>
              </a:tr>
              <a:tr h="3409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1900-01-01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0584529"/>
                  </a:ext>
                </a:extLst>
              </a:tr>
              <a:tr h="3409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1900-01-01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9954981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18376" y="4082146"/>
            <a:ext cx="45437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Great mismatch of data, not usable for real business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596" y="4755633"/>
            <a:ext cx="2462996" cy="179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131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838412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What we need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205039"/>
            <a:ext cx="9144000" cy="3052761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 smtClean="0"/>
              <a:t>Clear </a:t>
            </a:r>
            <a:r>
              <a:rPr lang="en-US" dirty="0" smtClean="0"/>
              <a:t>rules: one way to write Evangelist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 smtClean="0"/>
              <a:t>Check of Data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dirty="0"/>
          </a:p>
          <a:p>
            <a:pPr algn="l"/>
            <a:r>
              <a:rPr lang="en-US" dirty="0" smtClean="0"/>
              <a:t>Responsibility for Data</a:t>
            </a:r>
          </a:p>
          <a:p>
            <a:pPr algn="l"/>
            <a:endParaRPr lang="en-US" dirty="0"/>
          </a:p>
        </p:txBody>
      </p:sp>
      <p:sp>
        <p:nvSpPr>
          <p:cNvPr id="4" name="AutoShape 2" descr="Elcpng Synod 2024"/>
          <p:cNvSpPr>
            <a:spLocks noChangeAspect="1" noChangeArrowheads="1"/>
          </p:cNvSpPr>
          <p:nvPr/>
        </p:nvSpPr>
        <p:spPr bwMode="auto">
          <a:xfrm>
            <a:off x="155575" y="-144463"/>
            <a:ext cx="2529436" cy="2529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20" y="544513"/>
            <a:ext cx="923925" cy="9715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88425" y="401833"/>
            <a:ext cx="2358355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Evangelistelist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'EVANGELSIT'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'EVANGLIST'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Evegelism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Envangelist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'Evan.'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Evangalist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'Evangelism'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'evangelist'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Evengelist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Evn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evn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Evagelist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Evagelism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Evangelis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'EVANGELIST'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'Evangelist'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Evegelist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Evengelis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Evengelis</a:t>
            </a:r>
            <a:r>
              <a:rPr lang="en-US" b="0" dirty="0" smtClean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b="0" dirty="0" smtClean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6497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847839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What we want to have in future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792066" y="3630318"/>
            <a:ext cx="2416404" cy="1655762"/>
          </a:xfrm>
        </p:spPr>
        <p:txBody>
          <a:bodyPr/>
          <a:lstStyle/>
          <a:p>
            <a:r>
              <a:rPr lang="en-US" dirty="0" smtClean="0"/>
              <a:t>Information for Development of those Reports&gt; What is needed?</a:t>
            </a:r>
            <a:endParaRPr lang="en-US" dirty="0"/>
          </a:p>
        </p:txBody>
      </p:sp>
      <p:sp>
        <p:nvSpPr>
          <p:cNvPr id="4" name="AutoShape 2" descr="Elcpng Synod 2024"/>
          <p:cNvSpPr>
            <a:spLocks noChangeAspect="1" noChangeArrowheads="1"/>
          </p:cNvSpPr>
          <p:nvPr/>
        </p:nvSpPr>
        <p:spPr bwMode="auto">
          <a:xfrm>
            <a:off x="155575" y="-144463"/>
            <a:ext cx="2529436" cy="2529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20" y="544513"/>
            <a:ext cx="923925" cy="9715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016" y="1859499"/>
            <a:ext cx="5219968" cy="3930852"/>
          </a:xfrm>
          <a:prstGeom prst="rect">
            <a:avLst/>
          </a:prstGeom>
        </p:spPr>
      </p:pic>
      <p:sp>
        <p:nvSpPr>
          <p:cNvPr id="8" name="Subtitle 2"/>
          <p:cNvSpPr txBox="1">
            <a:spLocks/>
          </p:cNvSpPr>
          <p:nvPr/>
        </p:nvSpPr>
        <p:spPr>
          <a:xfrm>
            <a:off x="1676400" y="3754438"/>
            <a:ext cx="2416404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mtClean="0"/>
              <a:t>Predefined Reports for people who need it for their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924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148</Words>
  <Application>Microsoft Office PowerPoint</Application>
  <PresentationFormat>Widescreen</PresentationFormat>
  <Paragraphs>45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Times New Roman</vt:lpstr>
      <vt:lpstr>Office Theme</vt:lpstr>
      <vt:lpstr>Working with Pastors data</vt:lpstr>
      <vt:lpstr>What we had in the past until now</vt:lpstr>
      <vt:lpstr>What we need</vt:lpstr>
      <vt:lpstr>What we want to have in 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Working with Pastors data</dc:title>
  <dc:creator>Administrator</dc:creator>
  <cp:lastModifiedBy>Administrator</cp:lastModifiedBy>
  <cp:revision>5</cp:revision>
  <dcterms:created xsi:type="dcterms:W3CDTF">2025-11-06T00:17:58Z</dcterms:created>
  <dcterms:modified xsi:type="dcterms:W3CDTF">2025-11-07T00:23:49Z</dcterms:modified>
</cp:coreProperties>
</file>